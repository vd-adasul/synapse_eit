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VT32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1434" y="7389269"/>
            <a:ext cx="1440883" cy="1440883"/>
          </a:xfrm>
          <a:custGeom>
            <a:avLst/>
            <a:gdLst/>
            <a:ahLst/>
            <a:cxnLst/>
            <a:rect l="l" t="t" r="r" b="b"/>
            <a:pathLst>
              <a:path w="1440883" h="1440883">
                <a:moveTo>
                  <a:pt x="0" y="0"/>
                </a:moveTo>
                <a:lnTo>
                  <a:pt x="1440883" y="0"/>
                </a:lnTo>
                <a:lnTo>
                  <a:pt x="1440883" y="1440883"/>
                </a:lnTo>
                <a:lnTo>
                  <a:pt x="0" y="1440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91" b="-169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30474" y="4152582"/>
            <a:ext cx="13567068" cy="92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TEAM NAME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0352" y="5246347"/>
            <a:ext cx="13567190" cy="92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DOMAIN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0340" y="6341969"/>
            <a:ext cx="13298811" cy="92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CATEGORY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0340" y="7437590"/>
            <a:ext cx="13567202" cy="92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PROJECT TITLE 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7311" y="1977740"/>
            <a:ext cx="10537584" cy="259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CURRENT SYSTEM LIMITATIONS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USER PAIN POINTS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OR OPERATIONAL CHALLENGES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WHY THIS PROBLEM MATTERS NOW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PROPOSED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3599039" cy="259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CORE IDEA / CONCEPT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KEY FEATURES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HOW IT ADDRESSES THE CHALLENGES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WHY THIS SOLUTION IS BETTER THAN EXISTING 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THE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9980949" cy="63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WHAT MAKES IT UNIQUE/ANTI-BORING?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04862" y="238851"/>
            <a:ext cx="12858930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DESCRIPTION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3614912" cy="521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TECHNOLOGIES USED: PROGRAMMING LANGUAGES, FRAMEWORKS, LIBRARIES, CLOUD SERVICES, HARDWARE (IF APPLICABLE)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ARCHITECTURE: SYSTEM DESIGN, COMPONENTS, DATA FLOW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PROTOTYPE: SCREENSHOTS OR DEMO IMAGES IF AVAILABLE</a:t>
            </a:r>
          </a:p>
          <a:p>
            <a:pPr algn="l">
              <a:lnSpc>
                <a:spcPts val="5165"/>
              </a:lnSpc>
            </a:pPr>
            <a:endParaRPr lang="en-US" sz="3689" spc="715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8886825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IMPACT &amp; BENEFITS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965" y="1886920"/>
            <a:ext cx="13473198" cy="325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EXPECTED IMPACT ON USERS OR INDUSTRY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KEY BENEFITS (SPEED, COST, SIMPLICITY, ACCESSIBILITY, ACCURACY, ETC.)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SHORT-TERM AND LONG-TERM VALUE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ANY MEASURABLE IMPROVEMENTS, IF APPLICABLE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5691898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FEASIBILITY &amp; VIABILITY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1929896" cy="194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FEASIBILITY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SCALABILITY AND FUTURE ENHANCEMENT SCOPE</a:t>
            </a:r>
          </a:p>
          <a:p>
            <a:pPr algn="l">
              <a:lnSpc>
                <a:spcPts val="5165"/>
              </a:lnSpc>
            </a:pPr>
            <a:endParaRPr lang="en-US" sz="3689" spc="715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7325" y="4376815"/>
            <a:ext cx="15993350" cy="475038"/>
            <a:chOff x="0" y="0"/>
            <a:chExt cx="21324467" cy="633384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17875" y="-64111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7325" y="5807600"/>
            <a:ext cx="15993350" cy="482866"/>
            <a:chOff x="0" y="0"/>
            <a:chExt cx="21324467" cy="64382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17875" y="-64111"/>
              <a:ext cx="5506591" cy="707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66"/>
                </a:lnSpc>
                <a:spcBef>
                  <a:spcPct val="0"/>
                </a:spcBef>
              </a:pPr>
              <a:r>
                <a:rPr lang="en-US" sz="3190" u="none" strike="noStrike" spc="618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7325" y="7246212"/>
            <a:ext cx="15993350" cy="473958"/>
            <a:chOff x="0" y="0"/>
            <a:chExt cx="21324467" cy="63194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817875" y="-65552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7325" y="2946031"/>
            <a:ext cx="15993350" cy="475038"/>
            <a:chOff x="0" y="0"/>
            <a:chExt cx="21324467" cy="633384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17875" y="-64111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8700" y="226577"/>
            <a:ext cx="15691898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TEAM NAME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VT323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 N-O-THON 2026</dc:title>
  <dc:creator>Arun Kumar</dc:creator>
  <cp:lastModifiedBy>Aman Singh</cp:lastModifiedBy>
  <cp:revision>2</cp:revision>
  <dcterms:created xsi:type="dcterms:W3CDTF">2006-08-16T00:00:00Z</dcterms:created>
  <dcterms:modified xsi:type="dcterms:W3CDTF">2026-02-18T15:22:10Z</dcterms:modified>
  <dc:identifier>DAHBRqxxQdE</dc:identifier>
</cp:coreProperties>
</file>