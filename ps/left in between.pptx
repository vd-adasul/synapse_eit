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VT323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51" d="100"/>
          <a:sy n="51" d="100"/>
        </p:scale>
        <p:origin x="9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711434" y="7389269"/>
            <a:ext cx="1440883" cy="1440883"/>
          </a:xfrm>
          <a:custGeom>
            <a:avLst/>
            <a:gdLst/>
            <a:ahLst/>
            <a:cxnLst/>
            <a:rect l="l" t="t" r="r" b="b"/>
            <a:pathLst>
              <a:path w="1440883" h="1440883">
                <a:moveTo>
                  <a:pt x="0" y="0"/>
                </a:moveTo>
                <a:lnTo>
                  <a:pt x="1440883" y="0"/>
                </a:lnTo>
                <a:lnTo>
                  <a:pt x="1440883" y="1440883"/>
                </a:lnTo>
                <a:lnTo>
                  <a:pt x="0" y="1440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91" b="-169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0474" y="4152582"/>
            <a:ext cx="13567068" cy="182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 NAME : </a:t>
            </a:r>
            <a:r>
              <a:rPr lang="en-US" sz="5318" u="none" strike="noStrike" spc="1031" dirty="0" err="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Syapse_GTB</a:t>
            </a:r>
            <a:endParaRPr lang="en-US" sz="5318" u="none" strike="noStrike" spc="1031" dirty="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endParaRPr lang="en-US" sz="5318" u="none" strike="noStrike" spc="1031" dirty="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0352" y="5246347"/>
            <a:ext cx="13567190" cy="87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 Healthcare Track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0340" y="6341969"/>
            <a:ext cx="16448060" cy="875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CATEGORY : AI/ML-powered Web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0340" y="7437590"/>
            <a:ext cx="13567202" cy="87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PROJECT TITLE : Project Chronos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PROBLEM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CD794-EE3B-685A-EFBA-65BF011C7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525" y="5855544"/>
            <a:ext cx="8512441" cy="4176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3842CD-6351-23D4-BA5F-1822E4A33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300" y="1753518"/>
            <a:ext cx="8512441" cy="3847181"/>
          </a:xfrm>
          <a:prstGeom prst="rect">
            <a:avLst/>
          </a:prstGeom>
        </p:spPr>
      </p:pic>
      <p:pic>
        <p:nvPicPr>
          <p:cNvPr id="10" name="Picture 9" descr="1. CURRENT SYSTEM LIMITATIONS&#10;User Pain Points&#10;&#10;Hospitals generate massive amounts of physiological data (vital signs, labs, diagnoses), but most monitoring systems only alert clinicians after a critical threshold is crossed.&#10;&#10;Doctors often experience:&#10;&#10;Alarm fatigue from too many reactive alerts&#10;&#10;Difficulty identifying subtle deterioration patterns&#10;&#10;Lack of predictive insights from continuous patient data&#10;&#10;As a result, patient deterioration such as sepsis, shock, or cardiac arrest is often detected too late, reducing survival chances.">
            <a:extLst>
              <a:ext uri="{FF2B5EF4-FFF2-40B4-BE49-F238E27FC236}">
                <a16:creationId xmlns:a16="http://schemas.microsoft.com/office/drawing/2014/main" id="{D4293686-5919-8198-2876-548FCE7D1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1" y="1718163"/>
            <a:ext cx="9455470" cy="38471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877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PROPOSED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9963" y="1866900"/>
            <a:ext cx="7543800" cy="7254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IN" sz="2800" b="1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Project Chronos </a:t>
            </a:r>
            <a:r>
              <a:rPr lang="en-IN" sz="2800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is an AI-driven early warning system that </a:t>
            </a:r>
            <a:r>
              <a:rPr lang="en-IN" sz="2800" spc="715" dirty="0" err="1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analyzes</a:t>
            </a:r>
            <a:r>
              <a:rPr lang="en-IN" sz="2800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 patient vital signs and clinical data to predict clinical deterioration hours before it occurs.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IN" sz="2800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Instead of reacting to crises, the system anticipates risk and alerts clinicians in advance</a:t>
            </a:r>
            <a:endParaRPr lang="en-US" sz="2800" spc="715" dirty="0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3DBFD-B30B-899E-11E7-8C336586FF3F}"/>
              </a:ext>
            </a:extLst>
          </p:cNvPr>
          <p:cNvSpPr txBox="1"/>
          <p:nvPr/>
        </p:nvSpPr>
        <p:spPr>
          <a:xfrm>
            <a:off x="12192000" y="26289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D04DE-E712-BA4D-3671-4A579FF87F91}"/>
              </a:ext>
            </a:extLst>
          </p:cNvPr>
          <p:cNvSpPr txBox="1"/>
          <p:nvPr/>
        </p:nvSpPr>
        <p:spPr>
          <a:xfrm>
            <a:off x="8001000" y="1682808"/>
            <a:ext cx="10038507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3. KEY FEATURES</a:t>
            </a:r>
          </a:p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1. Early Risk Prediction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Machine learning models </a:t>
            </a:r>
            <a:r>
              <a:rPr lang="en-IN" sz="2800" dirty="0" err="1">
                <a:solidFill>
                  <a:schemeClr val="bg1"/>
                </a:solidFill>
                <a:latin typeface="VT323" panose="020B0604020202020204" charset="0"/>
              </a:rPr>
              <a:t>analyze</a:t>
            </a:r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 patient vitals to estimate the probability of deterioration.</a:t>
            </a:r>
          </a:p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2. Continuous Monitoring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The system continuously processes incoming patient data and updates risk scores in real time.</a:t>
            </a:r>
            <a:endParaRPr lang="en-IN" sz="2800" b="1" dirty="0">
              <a:solidFill>
                <a:schemeClr val="bg1"/>
              </a:solidFill>
              <a:latin typeface="VT323" panose="020B060402020202020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3. Intelligent Alerting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Instead of threshold alarms, the system generates </a:t>
            </a:r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predictive alerts</a:t>
            </a:r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 based on risk trajectories.</a:t>
            </a:r>
            <a:endParaRPr lang="en-IN" sz="2800" b="1" dirty="0">
              <a:solidFill>
                <a:schemeClr val="bg1"/>
              </a:solidFill>
              <a:latin typeface="VT323" panose="020B060402020202020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4. Clinical Dashboard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A visualization dashboard displays:</a:t>
            </a:r>
          </a:p>
          <a:p>
            <a:pPr lvl="2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patient risk scores</a:t>
            </a:r>
          </a:p>
          <a:p>
            <a:pPr lvl="2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vitals timeline</a:t>
            </a:r>
          </a:p>
          <a:p>
            <a:pPr lvl="2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predicted deterioration probability</a:t>
            </a:r>
          </a:p>
          <a:p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5. Explainable AI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The system highlights </a:t>
            </a:r>
            <a:r>
              <a:rPr lang="en-IN" sz="2800" b="1" dirty="0">
                <a:solidFill>
                  <a:schemeClr val="bg1"/>
                </a:solidFill>
                <a:latin typeface="VT323" panose="020B0604020202020204" charset="0"/>
              </a:rPr>
              <a:t>which vital signs contributed most to the prediction</a:t>
            </a:r>
            <a:r>
              <a:rPr lang="en-IN" sz="2800" dirty="0">
                <a:solidFill>
                  <a:schemeClr val="bg1"/>
                </a:solidFill>
                <a:latin typeface="VT323" panose="020B0604020202020204" charset="0"/>
              </a:rPr>
              <a:t>, improving trust among clinicians.</a:t>
            </a:r>
          </a:p>
          <a:p>
            <a:endParaRPr lang="en-IN" sz="2800" dirty="0">
              <a:solidFill>
                <a:schemeClr val="bg1"/>
              </a:solidFill>
              <a:latin typeface="VT323" panose="020B060402020202020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1C33B2-7ED2-0429-E32D-2DB7B85608D7}"/>
              </a:ext>
            </a:extLst>
          </p:cNvPr>
          <p:cNvCxnSpPr>
            <a:cxnSpLocks/>
          </p:cNvCxnSpPr>
          <p:nvPr/>
        </p:nvCxnSpPr>
        <p:spPr>
          <a:xfrm>
            <a:off x="7772400" y="1866900"/>
            <a:ext cx="0" cy="7543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THE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9980949" cy="63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WHAT MAKES IT UNIQUE/ANTI-BORING?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04862" y="238851"/>
            <a:ext cx="12858930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3614912" cy="521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TECHNOLOGIES USED: PROGRAMMING LANGUAGES, FRAMEWORKS, LIBRARIES, CLOUD SERVICES, HARDWARE (IF APPLICABLE)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ARCHITECTURE: SYSTEM DESIGN, COMPONENTS, DATA FLOW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PROTOTYPE: SCREENSHOTS OR DEMO IMAGES IF AVAILABLE</a:t>
            </a:r>
          </a:p>
          <a:p>
            <a:pPr algn="l">
              <a:lnSpc>
                <a:spcPts val="5165"/>
              </a:lnSpc>
            </a:pPr>
            <a:endParaRPr lang="en-US" sz="3689" spc="715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476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2306300" cy="1146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01"/>
              </a:lnSpc>
              <a:spcBef>
                <a:spcPct val="0"/>
              </a:spcBef>
            </a:pPr>
            <a:r>
              <a:rPr lang="en-US" sz="6929" spc="1344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IMPACT &amp; BENEFITS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2608898"/>
            <a:ext cx="13473198" cy="325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EXPECTED IMPACT ON USERS OR INDUSTRY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KEY BENEFITS (SPEED, COST, SIMPLICITY, ACCESSIBILITY, ACCURACY, ETC.)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SHORT-TERM AND LONG-TERM VALUE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ANY MEASURABLE IMPROVEMENTS, IF APPLICABLE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FEASIBILITY &amp;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1929896" cy="194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FEASIBILITY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 dirty="0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SCALABILITY AND FUTURE ENHANCEMENT SCOPE</a:t>
            </a:r>
          </a:p>
          <a:p>
            <a:pPr algn="l">
              <a:lnSpc>
                <a:spcPts val="5165"/>
              </a:lnSpc>
            </a:pPr>
            <a:endParaRPr lang="en-US" sz="3689" spc="715" dirty="0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7325" y="4376815"/>
            <a:ext cx="15993350" cy="475038"/>
            <a:chOff x="0" y="0"/>
            <a:chExt cx="21324467" cy="633384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7325" y="5807600"/>
            <a:ext cx="15993350" cy="482866"/>
            <a:chOff x="0" y="0"/>
            <a:chExt cx="21324467" cy="64382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17875" y="-64111"/>
              <a:ext cx="5506591" cy="707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66"/>
                </a:lnSpc>
                <a:spcBef>
                  <a:spcPct val="0"/>
                </a:spcBef>
              </a:pPr>
              <a:r>
                <a:rPr lang="en-US" sz="3190" u="none" strike="noStrike" spc="618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7325" y="7246212"/>
            <a:ext cx="15993350" cy="473958"/>
            <a:chOff x="0" y="0"/>
            <a:chExt cx="21324467" cy="63194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17875" y="-65552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7325" y="2946031"/>
            <a:ext cx="15993350" cy="475038"/>
            <a:chOff x="0" y="0"/>
            <a:chExt cx="21324467" cy="63338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8700" y="226577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TEAM NAME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293</Words>
  <Application>Microsoft Office PowerPoint</Application>
  <PresentationFormat>Custom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VT323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 N-O-THON 2026</dc:title>
  <dc:creator>Arun Kumar</dc:creator>
  <cp:lastModifiedBy>Vidhyadhar Adasul</cp:lastModifiedBy>
  <cp:revision>3</cp:revision>
  <dcterms:created xsi:type="dcterms:W3CDTF">2006-08-16T00:00:00Z</dcterms:created>
  <dcterms:modified xsi:type="dcterms:W3CDTF">2026-03-11T09:07:08Z</dcterms:modified>
  <dc:identifier>DAHBRqxxQdE</dc:identifier>
</cp:coreProperties>
</file>